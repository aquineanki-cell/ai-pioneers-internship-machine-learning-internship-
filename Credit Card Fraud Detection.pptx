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1eb1a348-71a2-4c3d-af50-31ff700ca58a.fntdata" /><ns0:Relationship Id="rIdFont16" Type="http://schemas.openxmlformats.org/officeDocument/2006/relationships/font" Target="fonts/ae989ee5-4aca-40b8-926b-b9725ac5dc1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3866108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3484" y="2172592"/>
            <a:ext cx="59650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0B981"/>
                </a:solidFill>
                <a:latin typeface="Inter"/>
              </a:rPr>
              <a:t>AI PIONEERS INTERNSHIP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315" y="2677417"/>
            <a:ext cx="10951368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9FA"/>
                </a:solidFill>
                <a:latin typeface="Inter"/>
              </a:rPr>
              <a:t>Credit Card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8421" y="4361408"/>
            <a:ext cx="31551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94A3B8"/>
                </a:solidFill>
                <a:latin typeface="Inter"/>
              </a:rPr>
              <a:t>Aquine Roshan Pais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62300"/>
            <a:ext cx="3810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0950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19600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57537"/>
            <a:ext cx="647700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Inter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52937"/>
            <a:ext cx="6477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Inter"/>
              </a:rPr>
              <a:t>Financial transactions analyzed.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3152775"/>
            <a:ext cx="43457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Highly imbalanced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3781425"/>
            <a:ext cx="4191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Maximize fraud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4410075"/>
            <a:ext cx="355996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Minimize false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99482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2999482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999482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575" y="3456682"/>
            <a:ext cx="5143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45668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74" y="3456682"/>
            <a:ext cx="5143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Week 1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904" y="4142482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Cleaned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043" y="4571107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Removed noise and duplicates.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154" y="4142482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Scaled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3293" y="4571107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Normalized financial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8403" y="4142482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543" y="4571107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Identified extreme target skew.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66900"/>
            <a:ext cx="10972800" cy="762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086100"/>
            <a:ext cx="5257800" cy="3162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3086100"/>
            <a:ext cx="5257800" cy="3162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86100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3086100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955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95737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76737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99573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376737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Algorithm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Week 2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2109787"/>
            <a:ext cx="6858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The Accuracy Trap: 99% accuracy is misleading.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09950"/>
            <a:ext cx="690086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409950"/>
            <a:ext cx="5867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39624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Missed actual fraud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3434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Biased toward majority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3962400"/>
            <a:ext cx="3393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Flawless prediction precision.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4343400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Robust against imbalanced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2981325"/>
            <a:ext cx="5638800" cy="2305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67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05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434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3729037"/>
            <a:ext cx="4067175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4576762"/>
            <a:ext cx="40767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3729037"/>
            <a:ext cx="3131641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576762"/>
            <a:ext cx="652164" cy="2286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Precision-Recall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The SMOTE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30670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3157537"/>
            <a:ext cx="42505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SMOTE boosted recall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9052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995737"/>
            <a:ext cx="4095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Caused 84% false alarm rate.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47434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833937"/>
            <a:ext cx="4893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Random Forest chosen as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38525"/>
            <a:ext cx="5791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RECALL (FRAUD CAUGHT)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86250"/>
            <a:ext cx="5791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PRECISION (ACCURACY OF ALARMS)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0375" y="3705225"/>
            <a:ext cx="7905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9900" y="4552950"/>
            <a:ext cx="7810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16%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99482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2999482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879526"/>
            <a:ext cx="3454449" cy="25086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00" y="3456682"/>
            <a:ext cx="571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3456682"/>
            <a:ext cx="4000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49" y="333672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Uncovering Hidden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Week 3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904" y="4142482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K-Means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043" y="4571107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Grouped similar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154" y="4142482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PCA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3293" y="4571107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Visualized dimensional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8403" y="402252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543" y="4451151"/>
            <a:ext cx="3365562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Discovered 3 behavioral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4350" y="3562350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10525" y="3562350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Baseline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Advanced 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118" y="3562350"/>
            <a:ext cx="307181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5-Fold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118" y="4476750"/>
            <a:ext cx="3071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Cross-Validation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7009" y="3562350"/>
            <a:ext cx="30599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0.995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7009" y="4476750"/>
            <a:ext cx="3059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Exceptional stability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2234" y="3562350"/>
            <a:ext cx="28694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0.994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2234" y="4476750"/>
            <a:ext cx="2869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Near-perfect ROC-AUC.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43225"/>
            <a:ext cx="5181600" cy="23812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943225"/>
            <a:ext cx="5181600" cy="23812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43225"/>
            <a:ext cx="38100" cy="2381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2943225"/>
            <a:ext cx="38100" cy="2381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340042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340042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9FA"/>
                </a:solidFill>
                <a:latin typeface="Inter"/>
              </a:rPr>
              <a:t>Production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Inter"/>
              </a:rPr>
              <a:t>Week 4 Final API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03" y="4162425"/>
            <a:ext cx="555069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9FA"/>
                </a:solidFill>
                <a:latin typeface="Inter"/>
              </a:rPr>
              <a:t>Model Serialized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262" y="4638675"/>
            <a:ext cx="5286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Extracted via joblib.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5303" y="4162425"/>
            <a:ext cx="555069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9FA"/>
                </a:solidFill>
                <a:latin typeface="Inter"/>
              </a:rPr>
              <a:t>API Deployed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7462" y="4638675"/>
            <a:ext cx="5286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Real-time Flask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